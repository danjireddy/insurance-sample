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28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5B2DC8">
              <a:alpha val="70000"/>
            </a:srgbClr>
          </a:solidFill>
          <a:ln w="12700">
            <a:solidFill>
              <a:srgbClr val="5B2DC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65760"/>
            <a:ext cx="22860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65760"/>
            <a:ext cx="22860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65760"/>
            <a:ext cx="22860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594360"/>
            <a:ext cx="50292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50608" y="594360"/>
            <a:ext cx="22860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822960"/>
            <a:ext cx="77724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051560"/>
            <a:ext cx="105156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280160"/>
            <a:ext cx="132588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508760"/>
            <a:ext cx="160020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737360"/>
            <a:ext cx="187452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965960"/>
            <a:ext cx="160020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194560"/>
            <a:ext cx="132588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2423160"/>
            <a:ext cx="105156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651760"/>
            <a:ext cx="77724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880360"/>
            <a:ext cx="502920" cy="16459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874520" y="256032"/>
            <a:ext cx="0" cy="32004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2560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Supercharging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Progress™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1645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Chubb – Project Radical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Assessment Submission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Policy BFF 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</a:t>
            </a:r>
            <a:r>
              <a:rPr lang="en-US" sz="1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Veeranjaneya Reddy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10,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64592" y="411480"/>
            <a:ext cx="2743200" cy="4114800"/>
          </a:xfrm>
          <a:prstGeom prst="rect">
            <a:avLst/>
          </a:prstGeom>
          <a:solidFill>
            <a:srgbClr val="E8E8F0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411480"/>
            <a:ext cx="2743200" cy="4114800"/>
          </a:xfrm>
          <a:prstGeom prst="rect">
            <a:avLst/>
          </a:prstGeom>
          <a:solidFill>
            <a:srgbClr val="3B1FA0">
              <a:alpha val="20000"/>
            </a:srgbClr>
          </a:solidFill>
          <a:ln w="12700">
            <a:solidFill>
              <a:srgbClr val="3B1FA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1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566928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1430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430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Design &amp; Decisions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755648"/>
            <a:ext cx="5669280" cy="54864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8288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18288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Details &amp; Working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5146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5146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Specification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127248"/>
            <a:ext cx="5669280" cy="54864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2004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32004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Working Journal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3886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38862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Design &amp;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Hexagonal (Ports &amp; Adapters)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EDE8FF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4904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49047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· DTOs · MapStruct Mappers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30552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E8F4FF"/>
          </a:solidFill>
          <a:ln w="19050">
            <a:solidFill>
              <a:srgbClr val="008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2037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2203704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PolicyUseCase (port/in) · PolicyRepository · PolicyEventPublisher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43784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E8FF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9169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916936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Aggregate · PolicyStatus · Events (zero framework deps)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57016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FFF8E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6301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363016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Adapter · Kafka Producer/Consumer · Caffeine Cache · Exception Handler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Architecture Decisions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4531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Contract-first design — openapi.yaml is single source of truth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Dependencies strictly inward — Domain has zero Spring/JPA imports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Caffeine caching (60/300/120s TTL) with cache eviction on PATCH /flag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49194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93776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2025 HCLTech |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Details &amp; Working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4F4F8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Repository Details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536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 (Spring Boot 3.3)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883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2688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21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0723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3072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(dev) / MySQL (prod)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Flyway (V1, V2 — 220+ records)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locally: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spring-boot:run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4F4F8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97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Platform Services (Docker Compose)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536192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10912" y="1627632"/>
            <a:ext cx="237744" cy="237744"/>
          </a:xfrm>
          <a:prstGeom prst="ellipse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1581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15819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066544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10912" y="2157984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2112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211226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:3306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596896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10912" y="268833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6426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Broker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264261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:9092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127248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10912" y="321868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3172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UI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317296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:8090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3657600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10912" y="3749040"/>
            <a:ext cx="237744" cy="237744"/>
          </a:xfrm>
          <a:prstGeom prst="ellipse">
            <a:avLst/>
          </a:prstGeom>
          <a:solidFill>
            <a:srgbClr val="0080FF"/>
          </a:solidFill>
          <a:ln w="12700">
            <a:solidFill>
              <a:srgbClr val="008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3703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370332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:8080/swagger-ui.html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4187952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10912" y="4279392"/>
            <a:ext cx="237744" cy="23774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Console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423367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:8080/h2-console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0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2025 HCLTech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Specification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347472"/>
          </a:xfrm>
          <a:prstGeom prst="rect">
            <a:avLst/>
          </a:prstGeom>
          <a:solidFill>
            <a:srgbClr val="3B1FA0"/>
          </a:solidFill>
          <a:ln w="12700">
            <a:solidFill>
              <a:srgbClr val="3B1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26280" y="960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960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35024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6304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6304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42646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/api/v1/policies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15968" y="1490472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14904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3990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Paginated list with filters: status, lineOfBusiness, region, date range, free-text search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8503920" cy="594360"/>
          </a:xfrm>
          <a:prstGeom prst="rect">
            <a:avLst/>
          </a:prstGeom>
          <a:solidFill>
            <a:srgbClr val="F4F4F8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12140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214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208483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/api/v1/policies/{id}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15968" y="2148840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21488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057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policy detail by UUID · Returns 404 with RFC 9457 ProblemDetail if not found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651760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779776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797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27432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/api/v1/policies/flag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15968" y="2807208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280720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715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Bulk-flag 1-100 policy UUIDs for review · Returns flaggedCount + notFoundIds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310128"/>
            <a:ext cx="8503920" cy="594360"/>
          </a:xfrm>
          <a:prstGeom prst="rect">
            <a:avLst/>
          </a:prstGeom>
          <a:solidFill>
            <a:srgbClr val="F4F4F8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4381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4381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0" y="34015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/api/v1/policies/summary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15968" y="3465576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346557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3741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stats: countByStatus, premiumByLOB, expiringSoonCount, totalPremium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02336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E8F4FF"/>
          </a:solidFill>
          <a:ln w="12700">
            <a:solidFill>
              <a:srgbClr val="008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0965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Parameters  (GET /api/v1/policies):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352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· size (1-100) · sort · status (Active|Expired|Pending|Cancelled) · lineOfBusiness (Property|Casualty|A&amp;H|Marine) · region · effectiveDateFrom · effectiveDateTo · search (policyNumber, policyholderName, underwriter)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98080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2025 HCLTech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Working Journal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5F0FF"/>
          </a:solidFill>
          <a:ln w="19050">
            <a:solidFill>
              <a:srgbClr val="7B52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60704"/>
            <a:ext cx="310896" cy="310896"/>
          </a:xfrm>
          <a:prstGeom prst="ellipse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06070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Setup &amp; Scaffolding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4813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Prompted AI to scaffold a Spring Boot 3.3 + Java 21 project with hexagonal architecture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8836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generated project structure (api / application / domain / infrastructure layers)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228600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Reviewed and adjusted package naming conventions and dependency flow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8F8FA"/>
          </a:solidFill>
          <a:ln w="19050">
            <a:solidFill>
              <a:srgbClr val="0891B2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60704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84648" y="106070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Domain &amp; Application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4813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designed Policy aggregate root with zero Spring/JPA imports — pure domain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28032" y="18836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Generated PolicyUseCase port, PolicyService with caching annotations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228600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Manually verified BulkFlagResult idempotency logic and cache eviction strategy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44368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8FFF5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72384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07238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API &amp; 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349300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Contract-first: fed openapi.yaml spec to AI → generated DTOs, mapper, controller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9534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implemented Flyway migrations with 220+ APAC seed records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2976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Configured conditional Kafka publisher (APP_KAFKA_ENABLED flag)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944368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8E0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07238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84648" y="307238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Testing &amp; Validation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349300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generated MockMvc tests, Mockito unit tests, and integration tests with H2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389534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 review: added edge-case tests (already-flagged idempotency, missing IDs)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42976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 validation: mvn test — all 4 test classes pass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98080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2025 HCLTech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4187952"/>
            <a:ext cx="41148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42245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" y="449884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PolicyDomainTest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329184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51129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78561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PolicyServiceTest (Mockito)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2761488"/>
            <a:ext cx="2468880" cy="594360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7980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16152" y="307238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PolicyControllerTest (MockMvc)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2048256"/>
            <a:ext cx="1645920" cy="594360"/>
          </a:xfrm>
          <a:prstGeom prst="rect">
            <a:avLst/>
          </a:prstGeom>
          <a:solidFill>
            <a:srgbClr val="3B1FA0"/>
          </a:solidFill>
          <a:ln w="12700">
            <a:solidFill>
              <a:srgbClr val="3B1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208483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27632" y="235915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PolicyPersistenceAdapterTest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Pyramid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4251960" cy="347472"/>
          </a:xfrm>
          <a:prstGeom prst="rect">
            <a:avLst/>
          </a:prstGeom>
          <a:solidFill>
            <a:srgbClr val="3B1FA0"/>
          </a:solidFill>
          <a:ln w="12700">
            <a:solidFill>
              <a:srgbClr val="3B1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Class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3524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325880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362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PolicyDomainTest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1362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35240" y="1362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domain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1655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isExpiringSoon(), flagForReview(), changeStatus() — no Spring 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148840"/>
            <a:ext cx="4251960" cy="749808"/>
          </a:xfrm>
          <a:prstGeom prst="rect">
            <a:avLst/>
          </a:prstGeom>
          <a:solidFill>
            <a:srgbClr val="F4F4F8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185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PolicyServiceTest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2185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35240" y="2185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tests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Mockito mocks for Repository &amp; EventPublisher; flag idempotency; notFoundIds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971800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00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PolicyControllerTest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3008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35240" y="3008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tests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17720" y="33009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MockMvc + Spring context + H2; covers 200/400/404; filter &amp; search params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3794760"/>
            <a:ext cx="4251960" cy="749808"/>
          </a:xfrm>
          <a:prstGeom prst="rect">
            <a:avLst/>
          </a:prstGeom>
          <a:solidFill>
            <a:srgbClr val="F4F4F8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PolicyPersistenceAdapterTest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D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35240" y="3831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tests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1772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+ Flyway; 200+ seed records; filter by status/LOB/region; sort validation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4645152"/>
            <a:ext cx="4251960" cy="27432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6634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test  →  All 4 test classes pass 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98080" y="4910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9377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2025 HCLTech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6400800" cy="5143500"/>
          </a:xfrm>
          <a:prstGeom prst="rect">
            <a:avLst/>
          </a:prstGeom>
          <a:solidFill>
            <a:srgbClr val="4A25B5">
              <a:alpha val="70000"/>
            </a:srgbClr>
          </a:solidFill>
          <a:ln w="12700">
            <a:solidFill>
              <a:srgbClr val="4A2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080FF">
              <a:alpha val="40000"/>
            </a:srgbClr>
          </a:solidFill>
          <a:ln w="12700">
            <a:solidFill>
              <a:srgbClr val="00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0" y="1920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577840" y="1920240"/>
            <a:ext cx="0" cy="6400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0" y="1920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Supercharging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hcltech.com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Office PowerPoint</Application>
  <PresentationFormat>On-screen Show (16:9)</PresentationFormat>
  <Paragraphs>168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Chubb – Project Radical | Take-home Assessment</dc:title>
  <dc:subject>PptxGenJS Presentation</dc:subject>
  <dc:creator>HCLTech</dc:creator>
  <cp:lastModifiedBy>veeranjaneya reddy d</cp:lastModifiedBy>
  <cp:revision>2</cp:revision>
  <dcterms:created xsi:type="dcterms:W3CDTF">2026-06-10T05:18:43Z</dcterms:created>
  <dcterms:modified xsi:type="dcterms:W3CDTF">2026-06-10T05:22:27Z</dcterms:modified>
</cp:coreProperties>
</file>